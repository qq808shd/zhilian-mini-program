
<file path=[Content_Types].xml><?xml version="1.0" encoding="utf-8"?>
<Types xmlns="http://schemas.openxmlformats.org/package/2006/content-types"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4"/>
  </p:handoutMasterIdLst>
  <p:sldIdLst>
    <p:sldId id="429" r:id="rId3"/>
    <p:sldId id="295" r:id="rId5"/>
    <p:sldId id="280" r:id="rId6"/>
    <p:sldId id="475" r:id="rId7"/>
    <p:sldId id="260" r:id="rId8"/>
    <p:sldId id="532" r:id="rId9"/>
    <p:sldId id="301" r:id="rId10"/>
    <p:sldId id="293" r:id="rId11"/>
    <p:sldId id="267" r:id="rId12"/>
    <p:sldId id="281" r:id="rId13"/>
    <p:sldId id="271" r:id="rId14"/>
    <p:sldId id="291" r:id="rId15"/>
    <p:sldId id="266" r:id="rId16"/>
    <p:sldId id="263" r:id="rId17"/>
    <p:sldId id="427" r:id="rId18"/>
    <p:sldId id="433" r:id="rId19"/>
    <p:sldId id="272" r:id="rId20"/>
    <p:sldId id="287" r:id="rId21"/>
    <p:sldId id="425" r:id="rId22"/>
    <p:sldId id="474" r:id="rId23"/>
    <p:sldId id="259" r:id="rId24"/>
    <p:sldId id="289" r:id="rId25"/>
    <p:sldId id="297" r:id="rId26"/>
    <p:sldId id="299" r:id="rId27"/>
    <p:sldId id="403" r:id="rId28"/>
    <p:sldId id="268" r:id="rId29"/>
    <p:sldId id="279" r:id="rId30"/>
    <p:sldId id="428" r:id="rId31"/>
    <p:sldId id="270" r:id="rId32"/>
    <p:sldId id="533" r:id="rId33"/>
    <p:sldId id="358" r:id="rId34"/>
    <p:sldId id="275" r:id="rId35"/>
    <p:sldId id="290" r:id="rId36"/>
    <p:sldId id="314" r:id="rId37"/>
    <p:sldId id="426" r:id="rId38"/>
    <p:sldId id="300" r:id="rId39"/>
    <p:sldId id="264" r:id="rId40"/>
    <p:sldId id="476" r:id="rId41"/>
    <p:sldId id="283" r:id="rId42"/>
    <p:sldId id="432" r:id="rId43"/>
    <p:sldId id="285" r:id="rId44"/>
    <p:sldId id="313" r:id="rId45"/>
    <p:sldId id="296" r:id="rId46"/>
    <p:sldId id="477" r:id="rId47"/>
    <p:sldId id="431" r:id="rId48"/>
    <p:sldId id="286" r:id="rId49"/>
    <p:sldId id="265" r:id="rId50"/>
    <p:sldId id="278" r:id="rId51"/>
    <p:sldId id="404" r:id="rId52"/>
    <p:sldId id="298" r:id="rId53"/>
    <p:sldId id="430" r:id="rId54"/>
    <p:sldId id="261" r:id="rId55"/>
    <p:sldId id="292" r:id="rId56"/>
    <p:sldId id="258" r:id="rId57"/>
    <p:sldId id="274" r:id="rId58"/>
    <p:sldId id="269" r:id="rId59"/>
    <p:sldId id="257" r:id="rId60"/>
    <p:sldId id="273" r:id="rId61"/>
    <p:sldId id="284" r:id="rId62"/>
    <p:sldId id="282" r:id="rId63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倩" initials="小" lastIdx="1" clrIdx="0"/>
  <p:cmAuthor id="0" name="吕娜" initials="W用" lastIdx="0" clrIdx="0"/>
  <p:cmAuthor id="14" name="作者" initials="A" lastIdx="0" clrIdx="3"/>
  <p:cmAuthor id="2" name="wangxi-049" initials="w" lastIdx="2" clrIdx="1"/>
  <p:cmAuthor id="3" name="Mz" initials="M" lastIdx="1" clrIdx="0"/>
  <p:cmAuthor id="4" name="马妍" initials="马" lastIdx="1" clrIdx="0"/>
  <p:cmAuthor id="7" name="Administrator" initials="A" lastIdx="2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1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handoutMaster" Target="handoutMasters/handoutMaster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指代词</a:t>
            </a:r>
            <a:r>
              <a:rPr lang="en-US" altLang="zh-CN"/>
              <a:t>/</a:t>
            </a:r>
            <a:r>
              <a:rPr lang="zh-CN" altLang="en-US"/>
              <a:t>宏观指代词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反义并列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对策（紧迫性）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指代词（不是对策）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转折；解释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必要条件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反义并列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引导负面结果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指代词；宏观指代词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因果倒置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指代词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转折；解释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解释说明；话题引入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反义并列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转折；解释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反义并列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并列；引入话题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解释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对策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递进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引导负面结果</a:t>
            </a:r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转折</a:t>
            </a:r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并列</a:t>
            </a:r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516534" y="679050"/>
            <a:ext cx="11158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17894" y="4067506"/>
            <a:ext cx="1762543" cy="2618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9A673B23-0832-45A0-A4FA-5F0F33014B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718E2AA1-BA73-4226-8507-FB925A1469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20700" y="282575"/>
            <a:ext cx="1160780" cy="349250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516534" y="679050"/>
            <a:ext cx="111589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9953625" y="365125"/>
            <a:ext cx="1722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以爱之名  白鲸相伴</a:t>
            </a:r>
            <a:endParaRPr kumimoji="1"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及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必须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这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264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是</a:t>
            </a:r>
            <a:r>
              <a:rPr lang="en-US" alt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  <a:sym typeface="+mn-ea"/>
              </a:rPr>
              <a:t>不</a:t>
            </a:r>
            <a:r>
              <a:rPr lang="zh-CN" altLang="en-US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是</a:t>
            </a:r>
            <a:endParaRPr lang="zh-CN" altLang="en-US" sz="166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亟需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该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特别是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其实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基础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要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才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却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呼吁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不仅</a:t>
            </a:r>
            <a:r>
              <a:rPr lang="en-US" alt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也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故而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需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除了</a:t>
            </a:r>
            <a:r>
              <a:rPr lang="en-US" alt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altLang="en-US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还</a:t>
            </a:r>
            <a:endParaRPr lang="zh-CN" altLang="en-US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另外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殊不知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264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不是</a:t>
            </a:r>
            <a:r>
              <a:rPr lang="en-US" alt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altLang="en-US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而是</a:t>
            </a:r>
            <a:endParaRPr lang="zh-CN" altLang="en-US" sz="166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然而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造成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最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提倡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此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甚至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08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之所以</a:t>
            </a:r>
            <a:r>
              <a:rPr lang="en-US" altLang="zh-CN" sz="108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altLang="en-US" sz="108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是因为</a:t>
            </a:r>
            <a:r>
              <a:rPr lang="en-US" altLang="zh-CN" sz="108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endParaRPr lang="en-US" altLang="zh-CN" sz="108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以及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途径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其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不过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尤其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同时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实际上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则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此外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：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相反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可见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需要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和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事实上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、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反之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真正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亟待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153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9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与此同时</a:t>
            </a:r>
            <a:endParaRPr lang="zh-CN" sz="19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；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可是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更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与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依托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由于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而且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应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264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不但</a:t>
            </a:r>
            <a:r>
              <a:rPr lang="en-US" altLang="zh-CN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…</a:t>
            </a:r>
            <a:r>
              <a:rPr lang="zh-CN" altLang="en-US" sz="166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而且</a:t>
            </a:r>
            <a:endParaRPr lang="zh-CN" altLang="en-US" sz="166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导致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但是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也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677572"/>
            <a:ext cx="12192000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/>
            <a:r>
              <a:rPr lang="zh-CN" sz="23900" spc="5" dirty="0">
                <a:latin typeface="楷体" panose="02010609060101010101" charset="-122"/>
                <a:ea typeface="楷体" panose="02010609060101010101" charset="-122"/>
                <a:cs typeface="宋体" panose="02010600030101010101" pitchFamily="2" charset="-122"/>
              </a:rPr>
              <a:t>因此</a:t>
            </a:r>
            <a:endParaRPr lang="zh-CN" sz="23900" spc="5" dirty="0">
              <a:latin typeface="楷体" panose="02010609060101010101" charset="-122"/>
              <a:ea typeface="楷体" panose="0201060906010101010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/>
    </mc:Choice>
    <mc:Fallback>
      <p:transition spd="slow" advTm="3000"/>
    </mc:Fallback>
  </mc:AlternateContent>
</p:sld>
</file>

<file path=ppt/tags/tag1.xml><?xml version="1.0" encoding="utf-8"?>
<p:tagLst xmlns:p="http://schemas.openxmlformats.org/presentationml/2006/main">
  <p:tag name="COMMONDATA" val="eyJoZGlkIjoiMDY1ZWRjM2ZmYmNhNjliMGMyZmEwYmNkMjNlNjQ5Y2UifQ=="/>
  <p:tag name="KSO_WPP_MARK_KEY" val="67d7206e-df98-4f69-a898-494b5bdbe17c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WPS 演示</Application>
  <PresentationFormat>宽屏</PresentationFormat>
  <Paragraphs>120</Paragraphs>
  <Slides>60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9" baseType="lpstr">
      <vt:lpstr>Arial</vt:lpstr>
      <vt:lpstr>宋体</vt:lpstr>
      <vt:lpstr>Wingdings</vt:lpstr>
      <vt:lpstr>微软雅黑</vt:lpstr>
      <vt:lpstr>楷体</vt:lpstr>
      <vt:lpstr>Arial Unicode MS</vt:lpstr>
      <vt:lpstr>等线 Light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小花</cp:lastModifiedBy>
  <cp:revision>199</cp:revision>
  <dcterms:created xsi:type="dcterms:W3CDTF">2019-06-19T02:08:00Z</dcterms:created>
  <dcterms:modified xsi:type="dcterms:W3CDTF">2024-09-21T08:56:07Z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1C9487F5EAE042EAB3AB34E67F6FB0C8</vt:lpwstr>
  </property>
</Properties>
</file>